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7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685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F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C99C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FBF6EA">
              <a:alpha val="8000"/>
            </a:srgbClr>
          </a:solidFill>
          <a:ln w="9525">
            <a:solidFill>
              <a:srgbClr val="E0C99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2926080"/>
            <a:ext cx="2377440" cy="2377440"/>
          </a:xfrm>
          <a:prstGeom prst="ellipse">
            <a:avLst/>
          </a:prstGeom>
          <a:solidFill>
            <a:srgbClr val="E0C99C">
              <a:alpha val="6000"/>
            </a:srgbClr>
          </a:solidFill>
          <a:ln w="6350">
            <a:solidFill>
              <a:srgbClr val="E0C9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08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kern="0" spc="800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Margins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502920" y="2971800"/>
            <a:ext cx="1280160" cy="16459"/>
          </a:xfrm>
          <a:prstGeom prst="rect">
            <a:avLst/>
          </a:prstGeom>
          <a:solidFill>
            <a:srgbClr val="E0C99C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200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guide based on the W3Schools CSS tutorial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4773168"/>
            <a:ext cx="8412480" cy="9144"/>
          </a:xfrm>
          <a:prstGeom prst="rect">
            <a:avLst/>
          </a:prstGeom>
          <a:solidFill>
            <a:srgbClr val="D9C7A0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MARGINS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0" y="4864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F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C99C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INTRODUCTION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CSS Margin?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321040" cy="3246120"/>
          </a:xfrm>
          <a:prstGeom prst="roundRect">
            <a:avLst>
              <a:gd name="adj" fmla="val 2817"/>
            </a:avLst>
          </a:prstGeom>
          <a:solidFill>
            <a:srgbClr val="F1E4C9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64008" cy="3246120"/>
          </a:xfrm>
          <a:prstGeom prst="rect">
            <a:avLst/>
          </a:prstGeom>
          <a:solidFill>
            <a:srgbClr val="E0C99C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25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CSS margin properties are used to create space around elements, outside of any defined borders.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 define the distance between an element's border and the surrounding elements.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CSS, you have full control over the margins. CSS has properties for setting the margin for each individual side of an element (top, right, bottom, and left), and a shorthand property for setting all the margin properties in one declaration.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4773168"/>
            <a:ext cx="8412480" cy="9144"/>
          </a:xfrm>
          <a:prstGeom prst="rect">
            <a:avLst/>
          </a:prstGeom>
          <a:solidFill>
            <a:srgbClr val="D9C7A0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864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MARGINS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0" y="4864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F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C99C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INDIVIDUAL SIDES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 — Individual Sides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has properties for specifying the margin for each side of an element.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658368"/>
          </a:xfrm>
          <a:prstGeom prst="roundRect">
            <a:avLst>
              <a:gd name="adj" fmla="val 9722"/>
            </a:avLst>
          </a:prstGeom>
          <a:solidFill>
            <a:srgbClr val="F1E4C9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99616"/>
            <a:ext cx="2331720" cy="402336"/>
          </a:xfrm>
          <a:prstGeom prst="roundRect">
            <a:avLst>
              <a:gd name="adj" fmla="val 11364"/>
            </a:avLst>
          </a:prstGeom>
          <a:solidFill>
            <a:srgbClr val="ECDBB8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1790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margin-top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151790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top margin of an element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2121408"/>
            <a:ext cx="8321040" cy="658368"/>
          </a:xfrm>
          <a:prstGeom prst="roundRect">
            <a:avLst>
              <a:gd name="adj" fmla="val 9722"/>
            </a:avLst>
          </a:prstGeom>
          <a:solidFill>
            <a:srgbClr val="F1E4C9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249424"/>
            <a:ext cx="2331720" cy="402336"/>
          </a:xfrm>
          <a:prstGeom prst="roundRect">
            <a:avLst>
              <a:gd name="adj" fmla="val 11364"/>
            </a:avLst>
          </a:prstGeom>
          <a:solidFill>
            <a:srgbClr val="ECDBB8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677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margin-right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226771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right margin of an element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" y="2871216"/>
            <a:ext cx="8321040" cy="658368"/>
          </a:xfrm>
          <a:prstGeom prst="roundRect">
            <a:avLst>
              <a:gd name="adj" fmla="val 9722"/>
            </a:avLst>
          </a:prstGeom>
          <a:solidFill>
            <a:srgbClr val="F1E4C9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99232"/>
            <a:ext cx="2331720" cy="402336"/>
          </a:xfrm>
          <a:prstGeom prst="roundRect">
            <a:avLst>
              <a:gd name="adj" fmla="val 11364"/>
            </a:avLst>
          </a:prstGeom>
          <a:solidFill>
            <a:srgbClr val="ECDBB8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175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margin-bottom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30175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bottom margin of an element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11480" y="3621024"/>
            <a:ext cx="8321040" cy="658368"/>
          </a:xfrm>
          <a:prstGeom prst="roundRect">
            <a:avLst>
              <a:gd name="adj" fmla="val 9722"/>
            </a:avLst>
          </a:prstGeom>
          <a:solidFill>
            <a:srgbClr val="F1E4C9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749040"/>
            <a:ext cx="2331720" cy="402336"/>
          </a:xfrm>
          <a:prstGeom prst="roundRect">
            <a:avLst>
              <a:gd name="adj" fmla="val 11364"/>
            </a:avLst>
          </a:prstGeom>
          <a:solidFill>
            <a:srgbClr val="ECDBB8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6732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margin-left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0" y="37673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left margin of an element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5760" y="4773168"/>
            <a:ext cx="8412480" cy="9144"/>
          </a:xfrm>
          <a:prstGeom prst="rect">
            <a:avLst/>
          </a:prstGeom>
          <a:solidFill>
            <a:srgbClr val="D9C7A0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64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MARGINS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0" y="4864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·  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F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C99C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·  VALUES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Allowed Values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margin properties can have the following values: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640080"/>
          </a:xfrm>
          <a:prstGeom prst="roundRect">
            <a:avLst>
              <a:gd name="adj" fmla="val 10000"/>
            </a:avLst>
          </a:prstGeom>
          <a:solidFill>
            <a:srgbClr val="F1E4C9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81328"/>
            <a:ext cx="1554480" cy="420624"/>
          </a:xfrm>
          <a:prstGeom prst="roundRect">
            <a:avLst>
              <a:gd name="adj" fmla="val 10870"/>
            </a:avLst>
          </a:prstGeom>
          <a:solidFill>
            <a:srgbClr val="ECDBB8"/>
          </a:solidFill>
          <a:ln w="12700">
            <a:solidFill>
              <a:srgbClr val="E0C9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31720" y="1481328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calculates the margin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2103120"/>
            <a:ext cx="8321040" cy="640080"/>
          </a:xfrm>
          <a:prstGeom prst="roundRect">
            <a:avLst>
              <a:gd name="adj" fmla="val 10000"/>
            </a:avLst>
          </a:prstGeom>
          <a:solidFill>
            <a:srgbClr val="F1E4C9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212848"/>
            <a:ext cx="1554480" cy="420624"/>
          </a:xfrm>
          <a:prstGeom prst="roundRect">
            <a:avLst>
              <a:gd name="adj" fmla="val 10870"/>
            </a:avLst>
          </a:prstGeom>
          <a:solidFill>
            <a:srgbClr val="ECDBB8"/>
          </a:solidFill>
          <a:ln w="12700">
            <a:solidFill>
              <a:srgbClr val="E0C9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1284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31720" y="2212848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a margin in px, pt, cm, etc.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" y="2834640"/>
            <a:ext cx="8321040" cy="640080"/>
          </a:xfrm>
          <a:prstGeom prst="roundRect">
            <a:avLst>
              <a:gd name="adj" fmla="val 10000"/>
            </a:avLst>
          </a:prstGeom>
          <a:solidFill>
            <a:srgbClr val="F1E4C9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44368"/>
            <a:ext cx="1554480" cy="420624"/>
          </a:xfrm>
          <a:prstGeom prst="roundRect">
            <a:avLst>
              <a:gd name="adj" fmla="val 10870"/>
            </a:avLst>
          </a:prstGeom>
          <a:solidFill>
            <a:srgbClr val="ECDBB8"/>
          </a:solidFill>
          <a:ln w="12700">
            <a:solidFill>
              <a:srgbClr val="E0C9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4436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31720" y="2944368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a margin in % of the width of the containing element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11480" y="3566160"/>
            <a:ext cx="8321040" cy="640080"/>
          </a:xfrm>
          <a:prstGeom prst="roundRect">
            <a:avLst>
              <a:gd name="adj" fmla="val 10000"/>
            </a:avLst>
          </a:prstGeom>
          <a:solidFill>
            <a:srgbClr val="F1E4C9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675888"/>
            <a:ext cx="1554480" cy="420624"/>
          </a:xfrm>
          <a:prstGeom prst="roundRect">
            <a:avLst>
              <a:gd name="adj" fmla="val 10870"/>
            </a:avLst>
          </a:prstGeom>
          <a:solidFill>
            <a:srgbClr val="ECDBB8"/>
          </a:solidFill>
          <a:ln w="12700">
            <a:solidFill>
              <a:srgbClr val="E0C9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7588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inherit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31720" y="3675888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that the margin should be inherited from the parent element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1148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Negative values are also allowed.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773168"/>
            <a:ext cx="8412480" cy="9144"/>
          </a:xfrm>
          <a:prstGeom prst="rect">
            <a:avLst/>
          </a:prstGeom>
          <a:solidFill>
            <a:srgbClr val="D9C7A0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64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MARGINS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4864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·  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F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C99C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·  EXAMPLE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 Sides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8321040" cy="457200"/>
          </a:xfrm>
          <a:prstGeom prst="roundRect">
            <a:avLst>
              <a:gd name="adj" fmla="val 12000"/>
            </a:avLst>
          </a:prstGeom>
          <a:solidFill>
            <a:srgbClr val="EEDEC0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875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different margins for each side using margin-top, margin-right, margin-bottom and margin-left.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4023360" cy="2834640"/>
          </a:xfrm>
          <a:prstGeom prst="roundRect">
            <a:avLst>
              <a:gd name="adj" fmla="val 2903"/>
            </a:avLst>
          </a:prstGeom>
          <a:solidFill>
            <a:srgbClr val="ECDBB8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margin-top: 100px;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margin-bottom: 100px;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margin-right: 150px;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margin-left: 80px;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4023360" cy="2834640"/>
          </a:xfrm>
          <a:prstGeom prst="roundRect">
            <a:avLst>
              <a:gd name="adj" fmla="val 2903"/>
            </a:avLst>
          </a:prstGeom>
          <a:solidFill>
            <a:srgbClr val="F1E4C9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2194560"/>
            <a:ext cx="3383280" cy="1920240"/>
          </a:xfrm>
          <a:prstGeom prst="roundRect">
            <a:avLst>
              <a:gd name="adj" fmla="val 2857"/>
            </a:avLst>
          </a:prstGeom>
          <a:solidFill>
            <a:srgbClr val="EEDEC0"/>
          </a:solidFill>
          <a:ln w="15875">
            <a:solidFill>
              <a:srgbClr val="E4D3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2677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 100px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15000" y="2697480"/>
            <a:ext cx="2011680" cy="868680"/>
          </a:xfrm>
          <a:prstGeom prst="roundRect">
            <a:avLst>
              <a:gd name="adj" fmla="val 5263"/>
            </a:avLst>
          </a:prstGeom>
          <a:solidFill>
            <a:srgbClr val="FBF6EA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37947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80px          150px 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773168"/>
            <a:ext cx="8412480" cy="9144"/>
          </a:xfrm>
          <a:prstGeom prst="rect">
            <a:avLst/>
          </a:prstGeom>
          <a:solidFill>
            <a:srgbClr val="D9C7A0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864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MARGINS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4864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F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C99C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SHORTHAND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 Shorthand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shorten the code, specify all margin properties in one declaration.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640080"/>
          </a:xfrm>
          <a:prstGeom prst="roundRect">
            <a:avLst>
              <a:gd name="adj" fmla="val 10000"/>
            </a:avLst>
          </a:prstGeom>
          <a:solidFill>
            <a:srgbClr val="F1E4C9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8132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margin: 25px 50px 75px 100px;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94960" y="148132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25 · right 50 · bottom 75 · left 100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103120"/>
            <a:ext cx="8321040" cy="640080"/>
          </a:xfrm>
          <a:prstGeom prst="roundRect">
            <a:avLst>
              <a:gd name="adj" fmla="val 10000"/>
            </a:avLst>
          </a:prstGeom>
          <a:solidFill>
            <a:srgbClr val="F1E4C9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1284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margin: 25px 50px 75px;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94960" y="221284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25 · right &amp; left 50 · bottom 75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834640"/>
            <a:ext cx="8321040" cy="640080"/>
          </a:xfrm>
          <a:prstGeom prst="roundRect">
            <a:avLst>
              <a:gd name="adj" fmla="val 10000"/>
            </a:avLst>
          </a:prstGeom>
          <a:solidFill>
            <a:srgbClr val="F1E4C9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4436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margin: 25px 50px;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294436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&amp; bottom 25 · right &amp; left 50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566160"/>
            <a:ext cx="8321040" cy="640080"/>
          </a:xfrm>
          <a:prstGeom prst="roundRect">
            <a:avLst>
              <a:gd name="adj" fmla="val 10000"/>
            </a:avLst>
          </a:prstGeom>
          <a:solidFill>
            <a:srgbClr val="F1E4C9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7588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margin: 25px;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94960" y="367588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sides = 25px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773168"/>
            <a:ext cx="8412480" cy="9144"/>
          </a:xfrm>
          <a:prstGeom prst="rect">
            <a:avLst/>
          </a:prstGeom>
          <a:solidFill>
            <a:srgbClr val="D9C7A0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864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MARGINS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0" y="4864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·  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F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C99C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·  EXAMPLE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Shorthand — Four Values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8321040" cy="457200"/>
          </a:xfrm>
          <a:prstGeom prst="roundRect">
            <a:avLst>
              <a:gd name="adj" fmla="val 12000"/>
            </a:avLst>
          </a:prstGeom>
          <a:solidFill>
            <a:srgbClr val="EEDEC0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875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top  right  bottom  left   →   25px  50px  75px  100px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4023360" cy="2834640"/>
          </a:xfrm>
          <a:prstGeom prst="roundRect">
            <a:avLst>
              <a:gd name="adj" fmla="val 2903"/>
            </a:avLst>
          </a:prstGeom>
          <a:solidFill>
            <a:srgbClr val="ECDBB8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25px 50px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75px 100px;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4023360" cy="2834640"/>
          </a:xfrm>
          <a:prstGeom prst="roundRect">
            <a:avLst>
              <a:gd name="adj" fmla="val 2903"/>
            </a:avLst>
          </a:prstGeom>
          <a:solidFill>
            <a:srgbClr val="F1E4C9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2194560"/>
            <a:ext cx="3383280" cy="1920240"/>
          </a:xfrm>
          <a:prstGeom prst="roundRect">
            <a:avLst>
              <a:gd name="adj" fmla="val 2857"/>
            </a:avLst>
          </a:prstGeom>
          <a:solidFill>
            <a:srgbClr val="EEDEC0"/>
          </a:solidFill>
          <a:ln w="15875">
            <a:solidFill>
              <a:srgbClr val="E0C9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2677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 25px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15000" y="2697480"/>
            <a:ext cx="2011680" cy="868680"/>
          </a:xfrm>
          <a:prstGeom prst="roundRect">
            <a:avLst>
              <a:gd name="adj" fmla="val 5263"/>
            </a:avLst>
          </a:prstGeom>
          <a:solidFill>
            <a:srgbClr val="FBF6EA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37947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100px          50px 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773168"/>
            <a:ext cx="8412480" cy="9144"/>
          </a:xfrm>
          <a:prstGeom prst="rect">
            <a:avLst/>
          </a:prstGeom>
          <a:solidFill>
            <a:srgbClr val="D9C7A0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864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MARGINS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4864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·  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EF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C99C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·  AUTO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auto Value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8321040" cy="548640"/>
          </a:xfrm>
          <a:prstGeom prst="roundRect">
            <a:avLst>
              <a:gd name="adj" fmla="val 10000"/>
            </a:avLst>
          </a:prstGeom>
          <a:solidFill>
            <a:srgbClr val="EEDEC0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8755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margin to auto to horizontally center the element. Remaining space is split equally between left and right.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645920"/>
            <a:ext cx="4023360" cy="2743200"/>
          </a:xfrm>
          <a:prstGeom prst="roundRect">
            <a:avLst>
              <a:gd name="adj" fmla="val 3000"/>
            </a:avLst>
          </a:prstGeom>
          <a:solidFill>
            <a:srgbClr val="ECDBB8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10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300px;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auto;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1px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solid red;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645920"/>
            <a:ext cx="4023360" cy="2743200"/>
          </a:xfrm>
          <a:prstGeom prst="roundRect">
            <a:avLst>
              <a:gd name="adj" fmla="val 3000"/>
            </a:avLst>
          </a:prstGeom>
          <a:solidFill>
            <a:srgbClr val="F1E4C9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810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83480" y="228600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EEDEC0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331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2788920"/>
            <a:ext cx="2103120" cy="960120"/>
          </a:xfrm>
          <a:prstGeom prst="roundRect">
            <a:avLst>
              <a:gd name="adj" fmla="val 4762"/>
            </a:avLst>
          </a:prstGeom>
          <a:solidFill>
            <a:srgbClr val="FBF6EA"/>
          </a:solidFill>
          <a:ln w="19050">
            <a:solidFill>
              <a:srgbClr val="D8B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margin: auto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773168"/>
            <a:ext cx="8412480" cy="9144"/>
          </a:xfrm>
          <a:prstGeom prst="rect">
            <a:avLst/>
          </a:prstGeom>
          <a:solidFill>
            <a:srgbClr val="D9C7A0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864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MARGINS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0" y="4864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·  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5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F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C99C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·  INHERIT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inherit Value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8321040" cy="548640"/>
          </a:xfrm>
          <a:prstGeom prst="roundRect">
            <a:avLst>
              <a:gd name="adj" fmla="val 10000"/>
            </a:avLst>
          </a:prstGeom>
          <a:solidFill>
            <a:srgbClr val="EEDEC0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8755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margin to inherit so the element takes the margin value from its parent element.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645920"/>
            <a:ext cx="4023360" cy="2743200"/>
          </a:xfrm>
          <a:prstGeom prst="roundRect">
            <a:avLst>
              <a:gd name="adj" fmla="val 3000"/>
            </a:avLst>
          </a:prstGeom>
          <a:solidFill>
            <a:srgbClr val="ECDBB8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10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1px solid red;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margin-left: 100px;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p.ex1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margin-left: inherit;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645920"/>
            <a:ext cx="4023360" cy="2743200"/>
          </a:xfrm>
          <a:prstGeom prst="roundRect">
            <a:avLst>
              <a:gd name="adj" fmla="val 3000"/>
            </a:avLst>
          </a:prstGeom>
          <a:solidFill>
            <a:srgbClr val="F1E4C9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810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228600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EEDEC0"/>
          </a:solidFill>
          <a:ln w="19050">
            <a:solidFill>
              <a:srgbClr val="D8B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3774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  (margin-left: 100px)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23560" y="288036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FBF6EA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p.ex1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inherits 100px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773168"/>
            <a:ext cx="8412480" cy="9144"/>
          </a:xfrm>
          <a:prstGeom prst="rect">
            <a:avLst/>
          </a:prstGeom>
          <a:solidFill>
            <a:srgbClr val="D9C7A0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864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MARGINS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0" y="4864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·  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5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EF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C99C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·  EXAMPLE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Shorthand — One Value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8321040" cy="457200"/>
          </a:xfrm>
          <a:prstGeom prst="roundRect">
            <a:avLst>
              <a:gd name="adj" fmla="val 12000"/>
            </a:avLst>
          </a:prstGeom>
          <a:solidFill>
            <a:srgbClr val="EEDEC0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875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value is given, it applies to all four sides equally.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4023360" cy="2834640"/>
          </a:xfrm>
          <a:prstGeom prst="roundRect">
            <a:avLst>
              <a:gd name="adj" fmla="val 2903"/>
            </a:avLst>
          </a:prstGeom>
          <a:solidFill>
            <a:srgbClr val="ECDBB8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25px;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4023360" cy="2834640"/>
          </a:xfrm>
          <a:prstGeom prst="roundRect">
            <a:avLst>
              <a:gd name="adj" fmla="val 2903"/>
            </a:avLst>
          </a:prstGeom>
          <a:solidFill>
            <a:srgbClr val="F1E4C9"/>
          </a:solidFill>
          <a:ln w="12700">
            <a:solidFill>
              <a:srgbClr val="D9C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74920" y="2240280"/>
            <a:ext cx="3291840" cy="1874520"/>
          </a:xfrm>
          <a:prstGeom prst="roundRect">
            <a:avLst>
              <a:gd name="adj" fmla="val 2927"/>
            </a:avLst>
          </a:prstGeom>
          <a:solidFill>
            <a:srgbClr val="EEDEC0"/>
          </a:solidFill>
          <a:ln w="15875">
            <a:solidFill>
              <a:srgbClr val="E4D3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25px  all sides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0" y="2834640"/>
            <a:ext cx="1920240" cy="868680"/>
          </a:xfrm>
          <a:prstGeom prst="roundRect">
            <a:avLst>
              <a:gd name="adj" fmla="val 5263"/>
            </a:avLst>
          </a:prstGeom>
          <a:solidFill>
            <a:srgbClr val="FBF6EA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4773168"/>
            <a:ext cx="8412480" cy="9144"/>
          </a:xfrm>
          <a:prstGeom prst="rect">
            <a:avLst/>
          </a:prstGeom>
          <a:solidFill>
            <a:srgbClr val="D9C7A0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864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MARGINS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0" y="4864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·  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5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F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C99C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·  REFERENCE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CSS Margin Properties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475488"/>
          </a:xfrm>
          <a:prstGeom prst="roundRect">
            <a:avLst>
              <a:gd name="adj" fmla="val 11538"/>
            </a:avLst>
          </a:prstGeom>
          <a:solidFill>
            <a:srgbClr val="FBF6EA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155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0" y="111556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8321040" cy="475488"/>
          </a:xfrm>
          <a:prstGeom prst="roundRect">
            <a:avLst>
              <a:gd name="adj" fmla="val 7692"/>
            </a:avLst>
          </a:prstGeom>
          <a:solidFill>
            <a:srgbClr val="F1E4C9"/>
          </a:solidFill>
          <a:ln w="9525">
            <a:solidFill>
              <a:srgbClr val="D9C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733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167335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shorthand property for setting all the margin properties in one declaration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157984"/>
            <a:ext cx="8321040" cy="475488"/>
          </a:xfrm>
          <a:prstGeom prst="roundRect">
            <a:avLst>
              <a:gd name="adj" fmla="val 7692"/>
            </a:avLst>
          </a:prstGeom>
          <a:solidFill>
            <a:srgbClr val="EEDEC0"/>
          </a:solidFill>
          <a:ln w="9525">
            <a:solidFill>
              <a:srgbClr val="D9C7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margin-bottom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220370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bottom margin of an element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688336"/>
            <a:ext cx="8321040" cy="475488"/>
          </a:xfrm>
          <a:prstGeom prst="roundRect">
            <a:avLst>
              <a:gd name="adj" fmla="val 7692"/>
            </a:avLst>
          </a:prstGeom>
          <a:solidFill>
            <a:srgbClr val="F1E4C9"/>
          </a:solidFill>
          <a:ln w="9525">
            <a:solidFill>
              <a:srgbClr val="D9C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340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margin-left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08960" y="273405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left margin of an element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3218688"/>
            <a:ext cx="8321040" cy="475488"/>
          </a:xfrm>
          <a:prstGeom prst="roundRect">
            <a:avLst>
              <a:gd name="adj" fmla="val 7692"/>
            </a:avLst>
          </a:prstGeom>
          <a:solidFill>
            <a:srgbClr val="EEDEC0"/>
          </a:solidFill>
          <a:ln w="9525">
            <a:solidFill>
              <a:srgbClr val="D9C7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644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margin-right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326440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right margin of an element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3749040"/>
            <a:ext cx="8321040" cy="475488"/>
          </a:xfrm>
          <a:prstGeom prst="roundRect">
            <a:avLst>
              <a:gd name="adj" fmla="val 7692"/>
            </a:avLst>
          </a:prstGeom>
          <a:solidFill>
            <a:srgbClr val="F1E4C9"/>
          </a:solidFill>
          <a:ln w="9525">
            <a:solidFill>
              <a:srgbClr val="D9C7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794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margin-top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08960" y="379476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top margin of an element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773168"/>
            <a:ext cx="8412480" cy="9144"/>
          </a:xfrm>
          <a:prstGeom prst="rect">
            <a:avLst/>
          </a:prstGeom>
          <a:solidFill>
            <a:srgbClr val="D9C7A0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64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MARGINS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4864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·  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EF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C99C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3200400"/>
            <a:ext cx="3200400" cy="3200400"/>
          </a:xfrm>
          <a:prstGeom prst="ellipse">
            <a:avLst/>
          </a:prstGeom>
          <a:solidFill>
            <a:srgbClr val="FBF6EA">
              <a:alpha val="8000"/>
            </a:srgbClr>
          </a:solidFill>
          <a:ln w="9525">
            <a:solidFill>
              <a:srgbClr val="E0C99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1280160"/>
            <a:ext cx="3200400" cy="3200400"/>
          </a:xfrm>
          <a:prstGeom prst="ellipse">
            <a:avLst/>
          </a:prstGeom>
          <a:solidFill>
            <a:srgbClr val="E0C99C">
              <a:alpha val="7000"/>
            </a:srgbClr>
          </a:solidFill>
          <a:ln w="6350">
            <a:solidFill>
              <a:srgbClr val="E0C9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3931920" y="2724912"/>
            <a:ext cx="1280160" cy="16459"/>
          </a:xfrm>
          <a:prstGeom prst="rect">
            <a:avLst/>
          </a:prstGeom>
          <a:solidFill>
            <a:srgbClr val="E0C99C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Margins  ·  W3Schools Tutorial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examples and experiment with different values.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4773168"/>
            <a:ext cx="8412480" cy="9144"/>
          </a:xfrm>
          <a:prstGeom prst="rect">
            <a:avLst/>
          </a:prstGeom>
          <a:solidFill>
            <a:srgbClr val="D9C7A0"/>
          </a:solidFill>
          <a:ln w="12700">
            <a:solidFill>
              <a:srgbClr val="C9B4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MARGINS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0" y="4864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·  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684</Words>
  <Application>Microsoft Office PowerPoint</Application>
  <PresentationFormat>On-screen Show (16:9)</PresentationFormat>
  <Paragraphs>160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Margins</dc:title>
  <dc:subject>PptxGenJS Presentation</dc:subject>
  <dc:creator>CSS Guide</dc:creator>
  <cp:lastModifiedBy>Chitraksh Raikar</cp:lastModifiedBy>
  <cp:revision>1</cp:revision>
  <dcterms:created xsi:type="dcterms:W3CDTF">2026-09-27T08:05:37Z</dcterms:created>
  <dcterms:modified xsi:type="dcterms:W3CDTF">2026-09-27T09:52:44Z</dcterms:modified>
</cp:coreProperties>
</file>